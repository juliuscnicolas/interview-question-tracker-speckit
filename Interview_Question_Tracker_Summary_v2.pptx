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Interview Question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FDBFE"/>
                </a:solidFill>
              </a:defRPr>
            </a:pPr>
            <a:r>
              <a:t>A Vue 3 Single-Page Application for Interview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C5FD"/>
                </a:solidFill>
              </a:defRPr>
            </a:pPr>
            <a:r>
              <a:t>Vue 3  •  Vite  •  Tailwind CSS  •  localStorage  •  GitHub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Implementation Summary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SpecKit: From Idea to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A structured, AI-assisted workflow that turns a one-line idea into production-ready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103120" cy="4206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/speckit.specify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015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spec.md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Natural language → feature spec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with user stories, acceptance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criteria &amp; priorities (P1-P3)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11680"/>
            <a:ext cx="2103120" cy="4206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</a:defRPr>
            </a:pPr>
            <a:r>
              <a:t>/speckit.clarify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33832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4015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checklist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0233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Validate spec quality, identify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gaps, ensure testability &amp;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no implementation leaks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2011680"/>
            <a:ext cx="2103120" cy="4206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/speckit.plan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33832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34015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plan.md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0233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Tech stack decisions, project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structure, component design,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research.md + data-model.md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2011680"/>
            <a:ext cx="2103120" cy="4206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8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/speckit.tasks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33832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4015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tasks.md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40233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Dependency-ordered task list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grouped by user story with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parallel execution markers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2011680"/>
            <a:ext cx="2103120" cy="420624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241280" y="214884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21945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/speckit.implement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3383280"/>
            <a:ext cx="1554480" cy="41148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34015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src/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02336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1E293B"/>
                </a:solidFill>
              </a:defRPr>
            </a:pPr>
            <a:r>
              <a:t>Execute tasks sequentially,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write code, tests, deploy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config — all 34 tasks done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3456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456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456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456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94360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Input: "Build a Vue 3 interview question tracker..."  →  Output: 7 spec artifacts  •  34 tasks  •  61 tests  •  Deployed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Interview questions are scattered across notes, bookmarks, and memory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No easy way to organize questions by technology/category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Questions get lost when switching devices or clearing browser data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No quick way to filter and review domain-specific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59669"/>
                </a:solidFill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Centralized web app to track all interview questions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6 built-in categories: Frontend, Backend, Vue, React, .NET, Others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Full CRUD: Add, View, Edit, Delete questions with notes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Persistent localStorage — data survives refreshes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Deployed to GitHub Pages — accessible anywhere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</a:defRPr>
            </a:pPr>
            <a:r>
              <a:t>Vue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Composition API, reactive state, component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580C"/>
                </a:solidFill>
              </a:defRPr>
            </a:pPr>
            <a:r>
              <a:t>Vite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Fast dev server, HMR, optimized production builds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91B7"/>
                </a:solidFill>
              </a:defRPr>
            </a:pPr>
            <a:r>
              <a:t>Tailwind CSS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Utility-first styling, responsive design, color-coded badges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918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</a:defRPr>
            </a:pPr>
            <a:r>
              <a:t>localStorage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023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Client-side JSON persistence, no backend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0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59669"/>
                </a:solidFill>
              </a:defRPr>
            </a:pPr>
            <a:r>
              <a:t>Vitest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61 unit &amp; component tests, happy-dom environment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93776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5120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</a:defRPr>
            </a:pPr>
            <a:r>
              <a:t>GitHub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669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Automated CI/CD pipeline, deploy to GitHub Pages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Application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645920"/>
            <a:ext cx="3931920" cy="822960"/>
          </a:xfrm>
          <a:prstGeom prst="roundRect">
            <a:avLst>
              <a:gd name="adj" fmla="val 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App.vue (Root)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QuestionForm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QuestionList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QuestionCard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CategoryFilter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017520"/>
            <a:ext cx="2011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063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40AF"/>
                </a:solidFill>
              </a:defRPr>
            </a:pPr>
            <a:r>
              <a:t>EmptyState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Components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38912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useQuestions.js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useLocalStorage.js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Composables (Logic)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566928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715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localStorage (Browser Persistence)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75569"/>
                </a:solidFill>
              </a:defRPr>
            </a:pPr>
            <a:r>
              <a:t>Storage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Data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40AF"/>
                </a:solidFill>
              </a:defRPr>
            </a:pPr>
            <a:r>
              <a:t>Question 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</a:defRPr>
            </a:pPr>
            <a:r>
              <a:t>Field           Type       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id          string    UUID v4 (auto-generated, immutable)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text        string    Question text (required, trimmed)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category    string    One of 6 predefined values (required)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notes       string    Optional answer/notes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createdAt   string    ISO 8601 timestamp (auto-set)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64592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40AF"/>
                </a:solidFill>
              </a:defRPr>
            </a:pPr>
            <a:r>
              <a:t>Categories (Fixed Enum)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46888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40AF"/>
                </a:solidFill>
              </a:defRPr>
            </a:pPr>
            <a: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306324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</a:defRPr>
            </a:pPr>
            <a:r>
              <a:t>Backend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65760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</a:defRPr>
            </a:pPr>
            <a:r>
              <a:t>Vue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2519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91B7"/>
                </a:solidFill>
              </a:defRPr>
            </a:pPr>
            <a:r>
              <a:t>React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84632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</a:defRPr>
            </a:pPr>
            <a:r>
              <a:t>.NET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544068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75569"/>
                </a:solidFill>
              </a:defRPr>
            </a:pPr>
            <a:r>
              <a:t>Others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User Stories &amp; Priorities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727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US1: Add a New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57276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Users can add questions with text, category, and optional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67712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US2: View All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Card-based list sorted newest-first with category badges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80944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2666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992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US3: Edit an Existing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9923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Modify text, category, or notes via modal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94176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3989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1246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US4: Delete a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71246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Remove questions with confirmation dialog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07408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531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256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US6: Data 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42569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All data persists in localStorage across sessions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069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1389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US5: Filter by Category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3892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Filter question list by category, clear to show 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33872"/>
            <a:ext cx="731520" cy="502920"/>
          </a:xfrm>
          <a:prstGeom prst="roundRect">
            <a:avLst>
              <a:gd name="adj" fmla="val 10000"/>
            </a:avLst>
          </a:prstGeom>
          <a:solidFill>
            <a:srgbClr val="0691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7959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</a:defRPr>
            </a:pPr>
            <a:r>
              <a:t>US7: Deploy to GitHub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852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Automated CI/CD via GitHub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CRUD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Full Create, Read, Update, Delete lifecycle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with form validation and confirmation dialogs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🏷️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Category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6 color-coded categories with badge indicators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Frontend, Backend, Vue, React, .NET, Others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83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Smart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8404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Filter questions by any category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Empty state messages for filtered 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4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83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Persistent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8404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localStorage with JSON serialization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Data survives refresh, close, restart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Responsive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4864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Mobile-first layout (320px minimum)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Tailwind CSS utility classes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37760"/>
            <a:ext cx="5029200" cy="13716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40AF"/>
                </a:solidFill>
              </a:defRPr>
            </a:pPr>
            <a:r>
              <a:t>Automated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4864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GitHub Actions CI/CD pipeline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Build &amp; deploy to GitHub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Implementation Phases (34 Tasks)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4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Scaffold Vue 3 + Vite + Tailwind CSS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3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627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Categories, localStorage composable, useQuestions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5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633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US1+US2 (P1)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Add &amp; View questions — MVP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56032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256032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26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3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633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US3 (P2)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971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Edit questions via modal 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56616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356616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2 tasks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3639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US4 (P2)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Delete with confirmation dialog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56616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56616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1 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3639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US6 (P2)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Verify localStorage persistence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57200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457200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617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3 tasks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11680" y="4645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US5 (P3)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Category filtering + empty states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57200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0" y="457200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617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2 tasks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80960" y="4645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US7 (P3)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GitHub Actions deployment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57784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1520" y="557784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623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943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3 tasks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80" y="5650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Polish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0" y="5989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Responsive design, edge cases, validation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557784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00800" y="5577840"/>
            <a:ext cx="1097280" cy="82296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5623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943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FDBFE"/>
                </a:solidFill>
              </a:defRPr>
            </a:pPr>
            <a:r>
              <a:t>8 tasks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56509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Testing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5989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61 tests across 7 test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40AF"/>
                </a:solidFill>
              </a:defRPr>
            </a:pPr>
            <a:r>
              <a:t>Testing &amp; Quality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2286000"/>
          </a:xfrm>
          <a:prstGeom prst="roundRect">
            <a:avLst>
              <a:gd name="adj" fmla="val 3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FDBFE"/>
                </a:solidFill>
              </a:defRPr>
            </a:pPr>
            <a:r>
              <a:t>Total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6EFAC"/>
                </a:solidFill>
              </a:defRPr>
            </a:pPr>
            <a:r>
              <a:t>All Passing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useQuestions.test.js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719072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7190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19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19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CRUD, validation, filtering, sorting, HTML stripping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304288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50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QuestionForm.test.js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37744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Add/edit modes, validation, emit save/cancel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962656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0083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QuestionCard.test.js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035808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0358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0358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Display, notes visibility, edit/delete emit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621024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6667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QuestionList.test.js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3694176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6941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941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Empty/populated states, event bubbling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279392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3251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CategoryFilter.test.js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4352544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4352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352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Rendering, active state, filter changes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937759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49834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categories.test.js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5010911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01091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1091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Constants and badge class helper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5596128"/>
            <a:ext cx="685800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56418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useLocalStorage.test.js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566928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5669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 tests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Load, save, corrupted JSON, reactivity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6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✅  What We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Full CRUD operations with validation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6 color-coded categories with filtering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Persistent localStorage across sessions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Responsive design (mobile-friendly)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61 passing tests (unit + component)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Automated GitHub Pages deployment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Single-page Vue 3 app, no backend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16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94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🔮  Potential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83464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Search across question text and notes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Export/import questions (JSON/CSV)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Custom user-defined categories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Drag-and-drop question reordering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Dark mode toggle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Cloud sync with user accounts</a:t>
            </a:r>
          </a:p>
          <a:p>
            <a:pPr>
              <a:spcAft>
                <a:spcPts val="800"/>
              </a:spcAft>
              <a:defRPr sz="1600">
                <a:solidFill>
                  <a:srgbClr val="BFDBFE"/>
                </a:solidFill>
              </a:defRPr>
            </a:pPr>
            <a:r>
              <a:t>• Spaced repetition for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3C5FD"/>
                </a:solidFill>
              </a:defRPr>
            </a:pPr>
            <a:r>
              <a:t>Thank you!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